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9768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PingFang SC"/>
                <a:ea typeface="PingFang SC"/>
              </a:rPr>
              <a:t>db-agent 四段式讲解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7A2B8"/>
                </a:solidFill>
                <a:latin typeface="PingFang SC"/>
                <a:ea typeface="PingFang SC"/>
              </a:rPr>
              <a:t>Who · What · When ·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F2F5F8"/>
                </a:solidFill>
                <a:latin typeface="PingFang SC"/>
                <a:ea typeface="PingFang SC"/>
              </a:rPr>
              <a:t>给谁用 → 是什么 → 什么时候用 → 怎么做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2026 · 新手讲解版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怎么用这套框架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四段式，每段回答一个问题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06040" cy="2011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06040" cy="128016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给谁用、谁做的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606040" cy="2011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606040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B57"/>
                </a:solidFill>
                <a:latin typeface="PingFang SC"/>
                <a:ea typeface="PingFang SC"/>
              </a:rPr>
              <a:t>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是什么、核心能力、不是什么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606040" cy="2011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606040" cy="128016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F0A030"/>
                </a:solidFill>
                <a:latin typeface="PingFang SC"/>
                <a:ea typeface="PingFang SC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什么时候用、什么时候不用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606040" cy="2011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06040" cy="12801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874519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PingFang SC"/>
                <a:ea typeface="PingFang SC"/>
              </a:rPr>
              <a:t>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5603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怎么跑通、数据/安全/观测/评测怎么做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先讲 Who 和 What 建立认知，再讲 When 判断场景，最后讲 How 展示工程细节。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2E86DE"/>
                </a:solidFill>
                <a:latin typeface="PingFang SC"/>
                <a:ea typeface="PingFang SC"/>
              </a:rPr>
              <a:t>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给谁用 · 谁做的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先讲清楚服务对象和创作者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WHO · 给谁用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四种典型用户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业务用户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不懂 SQL，想问“上个月华东卖了多少”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数据分析师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想少写重复 SQL，快速拿数和口径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开发者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想把 NL2SQL 能力嵌进自己的系统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管理者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想看安全可控、可审计的数据问答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WHO · 谁做的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一个人 + 数据开发背景 + 通用模型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我（独立开发）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数据平台交付背景：Kafka / Spark / Hive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今年转向 Agent 应用开发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从 NL2SQL 引擎做到数据治理多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Python + LangGraph + FastAPI + React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DeepSeek / Anthropic 兼容 SDK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ChromaDB / Milvus / SQLite /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定位：Agent = 模型 + Harness，我负责 Harness 那部分。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WHO · 谁不能直接用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诚实边界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需要先准备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数据表有清晰注释 / 口径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权限模型有人维护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评测集（Golden Set）要按业务建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不建议直接上生产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HBase / Hive 还是本地模拟器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SQLite 并发能力有限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外部 LLM / Embedding 有数据出境风险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2E8B57"/>
                </a:solidFill>
                <a:latin typeface="PingFang SC"/>
                <a:ea typeface="PingFang SC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是什么 · 不是什么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一句话定位 + 核心能力 + 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WHAT ·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一句话定位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0F2A43"/>
                </a:solidFill>
                <a:latin typeface="PingFang SC"/>
                <a:ea typeface="PingFang SC"/>
              </a:rPr>
              <a:t>db-agent 不是让模型写 SQL，而是让模型写 SQL 不出事。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5A6B7B"/>
                </a:solidFill>
                <a:latin typeface="PingFang SC"/>
                <a:ea typeface="PingFang SC"/>
              </a:rPr>
              <a:t>工具真执行 · 权限硬拦截 · 失败可自愈 · 结果可评测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1097280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478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把它拆成三层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50208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入口层：CLI / Streamlit / Web（FastAPI + SSE + React）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Harness 层：上下文 / 记忆 / 工具 / 编排 / 观测 / 约束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数据层：SQLite / Hive 模拟 / HBase 模拟 / 向量库 / Redis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WHAT · 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五个关键词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多引擎问数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SQL / Hive / HBase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128016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6 Agent 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查数 / 分析 / 口径 / 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417320"/>
            <a:ext cx="3520440" cy="128016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权限 + HITL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RBAC + 人工审批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3520440" cy="128016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三层自愈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重试 / 重写 / 熔断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5468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3154680"/>
            <a:ext cx="3520440" cy="128016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74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评测 + 自学习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Eval + 成功 SQL 回流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WHAT · 不是什么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防误解清单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它不是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通用聊天机器人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通用 Agent 框架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真实 HBase / Hive 集群连接器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已上线的企业系统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它是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数据库分析专用 Harness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可评测、可自愈、可观测的工程原型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可复用模块库：工具 / 安全 / 记忆 / 评测 / 观测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WHAT · 六维全景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六把尺子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28016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模型看到什么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128016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模型记得什么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417320"/>
            <a:ext cx="3520440" cy="128016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7830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86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模型能做什么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20440" cy="128016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先做什么后做什么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520440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观测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过程怎么被记录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246120"/>
            <a:ext cx="3520440" cy="1600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59" y="3246120"/>
            <a:ext cx="3520440" cy="12801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36118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约束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什么不能做、出错怎么办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F0A030"/>
                </a:solidFill>
                <a:latin typeface="PingFang SC"/>
                <a:ea typeface="PingFang SC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什么时候用 · 什么时候不用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场景判断，避免误用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WHEN · 什么时候用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四个典型场景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业务自助取数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销售 / 财务 / HR 一句话查数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数据质量预检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查数前先扫 NULL / 日期 / 异常值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指标口径查询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GMV 怎么算、退款扣不扣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趋势分析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跨地区 / 时间对比 + 图表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WHEN · Single 还是 Multi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按复杂度选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选 Single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轻量查询，快速验证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不想引入 Router / DQ / Reflection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只要“模型 + 15 工具”直接干活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选 Multi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多引擎：SQL + Hive + HBase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需要 HITL 审批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需要质量闸：置信度 / 反思 / 重规划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需要 Checkpointer 断点续跑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WHEN · 什么时候不该用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诚实边界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数据侧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表注释 / 口径还没治理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权限模型没人维护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数据质量差到连评测集都建不出来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合规侧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敏感数据不允许发给外部 API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需要真实 HBase / Hive 集群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需要多实例高并发生产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C0392B"/>
                </a:solidFill>
                <a:latin typeface="PingFang SC"/>
                <a:ea typeface="PingFang SC"/>
              </a:rP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PingFang SC"/>
                <a:ea typeface="PingFang SC"/>
              </a:rPr>
              <a:t>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生命周期 · 数据 · 安全 · 观测 · 评测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HOW · 一条 Query 怎么走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Multi 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261872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输入护栏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0784" y="1737360"/>
            <a:ext cx="1261872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0784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1737360"/>
            <a:ext cx="1261872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Clarify?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37360"/>
            <a:ext cx="1261872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DQ?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737360"/>
            <a:ext cx="1261872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6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SQL/Hive/HBase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737360"/>
            <a:ext cx="1261872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75904" y="1737360"/>
            <a:ext cx="1261872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737360"/>
            <a:ext cx="1261872" cy="11887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Reflection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7936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45952" y="1737360"/>
            <a:ext cx="1261872" cy="11887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45952" y="1965960"/>
            <a:ext cx="1261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246120"/>
            <a:ext cx="10972800" cy="27432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4107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关键机制（数字怎么定的）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813048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Reflection 不通过退回重写 ≤2 次；Agent 超时重规划 ≤1 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Confidence Gate 阈值 0.7；DQ 首查后 1 小时内跳过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每节点 Checkpointer 自动保存，HITL 暂停后 resume 接着跑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Single 模式：不走这些节点，直接 ReAct loop（≤10 轮）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HOW · 数据怎么存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每个存储的角色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状态与记忆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agent_state.db：Checkpointer（messages / plan / results）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ChromaDB / Milvus：长期向量记忆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Redis（可选）：会话 + checkpoint，带 TTL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业务与审计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demo.db：业务表 + 权限表 + user_memory + user_feedback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metric_registry.db：指标模板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logs/traces/*.jsonl：Trace 审计（SQL 脱敏）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.tasks/*.task：Task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内存里还有：HBase 模拟、Web 会话默认、ops_metrics 计数（重启清零）。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HOW · 安全怎么做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三层护栏逐层展开 + RBAC +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三层护栏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L1 输入：guard_input 拦注入 / 空 / 超长，零 token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L2 SQL：run_query 仅 SELECT，写操作硬拦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L3 输出：prompt 泄露硬拦，PII 只告警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权限 + 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5 角色 RBAC：工具 / 表 / 行 / 敏感列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权限存 DB，改表即生效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HITL：敏感 SQL / HBase 写 / 澄清 / 低置信度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Web API 可选 Bearer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安全结论：不靠模型自觉，靠工具层硬拦截 + 人工审批 + 审计。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HOW · 观测怎么做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四件套 + Task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Trace / Opik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TraceContext：每节点 span（node / task / elapsed / tokens / error）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JSONL 落盘 + Opik Trace /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指标 / 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ops_metrics：查询数 / 成功率 / token / 耗时 / 错误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Prometheus /api/metrics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告警：熔断 / 超时 / 评测退化（Webhook）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还有 Task board：plan 落盘 .tasks/，每一步 ✓ / ✗ 可见。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HOW · 评测怎么做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数字都有出处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435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测试用例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smoke 62 + 单元 +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727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guardrail 6 / routing 12 / output 16 / edge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727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Golden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20 正例事实 + 10 负例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63040"/>
            <a:ext cx="2560320" cy="13716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7276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5740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2A43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Single 全量挂载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10972800" cy="2834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192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怎么保证不是自说自话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21608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LLM-as-Judge：Kimi 评 DeepSeek，避免自评偏差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Golden Set：标准答案片段出现在回答里才算对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全部离线可跑：LLM / Embedding 在测试里 fake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检索消融评测：量化 裸向量 / +HyDE / +Rerank 各自贡献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PingFang SC"/>
                <a:ea typeface="PingFang SC"/>
              </a:rPr>
              <a:t>Who · What · When ·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7A2B8"/>
                </a:solidFill>
                <a:latin typeface="PingFang SC"/>
                <a:ea typeface="PingFang SC"/>
              </a:rPr>
              <a:t>给谁用 → 是什么 → 什么时候用 → 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db-agent 新手讲解 · 四段式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