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9768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PingFang SC"/>
                <a:ea typeface="PingFang SC"/>
              </a:rPr>
              <a:t>Agent 可复用模块库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17A2B8"/>
                </a:solidFill>
                <a:latin typeface="PingFang SC"/>
                <a:ea typeface="PingFang SC"/>
              </a:rPr>
              <a:t>从 db-agent 复盘提炼的拼图式 Agent 工程经验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2F5F8"/>
                </a:solidFill>
                <a:latin typeface="PingFang SC"/>
                <a:ea typeface="PingFang SC"/>
              </a:rPr>
              <a:t>不是从零搭 Agent，而是“选积木 + 接管线 + 配规则”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复盘文章：docs/项目复盘-可复用模块库.md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2026 · 经验复盘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复盘结论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五条可移植原则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8229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64592" cy="8229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确定性优先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规则 &gt; 缓存 &gt; LLM，LLM 当兜底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0698480" cy="8229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64592" cy="8229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688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循环有预算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6888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重试 / 重写 / 重规划都设上限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0698480" cy="8229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64592" cy="8229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能力可降级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2900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增强组件挂了，主流程不挂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698480" cy="8229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164592" cy="8229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质量门前置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38912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写库、回流、发布先校验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57800"/>
            <a:ext cx="10698480" cy="8229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164592" cy="8229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评测驱动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34924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先量化，再优化，改完跑回归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拼图理念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模块 = 积木，业务 = 拼装说明书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566160" cy="4389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直接用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3108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工具框架 @tool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重试 / 熔断 / 幂等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三层护栏 + RBAC + HITL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Trace / Opik / 指标 / 告警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TokenBudget / 窗口压缩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评测框架 + LLM-as-Judge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566160" cy="4389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0A030"/>
                </a:solidFill>
                <a:latin typeface="PingFang SC"/>
                <a:ea typeface="PingFang SC"/>
              </a:rPr>
              <a:t>改配置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29968"/>
            <a:ext cx="3108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Router 三层短路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短期 / 向量记忆 / Self-Query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HyDE + Rerank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Task board / Checkpointer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自学习质量门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4389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276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按业务重写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29968"/>
            <a:ext cx="3108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Agent Prompt + 工具绑定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Schema Linking / 模板 / 样例库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具体数据源工具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业务种子数据 / 前端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关键：业务语义和流程永远重写，工程机制可以带走。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模块复用度总览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16 个模块，按复用度分三档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1325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103120" cy="13258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直接用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81912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@tool / 重试熔断幂等 / 三层护栏 / RBAC+HITL / Trace-Opik-指标 / TokenBudget / 评测框架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10972800" cy="1325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2103120" cy="1325880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改配置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044952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Router / 记忆 / HyDE+Rerank / Task board / Checkpointer / 自学习质量门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10972800" cy="1325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2103120" cy="13258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重写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507992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Agent Prompt / Schema Linking / 模板 / 样例库 / 数据源工具 / 种子数据 / 前端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直接复用模块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不依赖业务，拿来即用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工程底座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@tool 自动 schema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重试 + 熔断 + 幂等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TokenBudget + 窗口压缩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安全与观测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三层护栏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RBAC + HITL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Trace / Opik / 指标 / 告警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评测框架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零 API 冒烟 / 单元 / 集成分层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Eval + LLM-as-Judge（Judge 与被测模型分开）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检索消融评测，先量化再优化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改配置即可用模块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换规则、换模型、换存储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0A030"/>
                </a:solidFill>
                <a:latin typeface="PingFang SC"/>
                <a:ea typeface="PingFang SC"/>
              </a:rPr>
              <a:t>路由与状态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Router：硬规则表换业务关键词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Task board：落盘目录可配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Checkpointer：SQLite / Redis 可切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0A030"/>
                </a:solidFill>
                <a:latin typeface="PingFang SC"/>
                <a:ea typeface="PingFang SC"/>
              </a:rPr>
              <a:t>记忆与检索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短期 / 向量记忆：换后端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Self-Query：字段白名单可配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HyDE + Rerank：换模型 / 本地 reranker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0A030"/>
                </a:solidFill>
                <a:latin typeface="PingFang SC"/>
                <a:ea typeface="PingFang SC"/>
              </a:rPr>
              <a:t>自学习质量门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从工具层捕获成功执行事实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质量门 + dry-run 校验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 批准样本打“人工背书”标记回流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按业务重写模块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业务语义和流程必须重写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Agent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Prompt + 工具绑定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职责边界跟着业务走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多 Agent 分工表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数据层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Schema Linking / 表描述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指标口径 / 模板 / 样例库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具体数据源连接工具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交付层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业务种子数据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前端交互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Golden Set 评测用例（业务的验收标准）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拼一个新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三个示例：NL2SQL / 客服 / 研报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66160" cy="44805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NL2SQL 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10896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直接用：工具框架 + 护栏 + RBAC/HITL + 评测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改配置：Router / Schema Linking / few-shot / 记忆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重写：表描述、指标口径、SQL 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566160" cy="44805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7A2B8"/>
                </a:solidFill>
                <a:latin typeface="PingFang SC"/>
                <a:ea typeface="PingFang SC"/>
              </a:rPr>
              <a:t>企业客服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10896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直接用：重试熔断幂等 + 护栏 + 记忆 + 观测 + 评测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改配置：Router 意图表 / RAGPipeline / 质量门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重写：知识库加载、工单/CRM 工具、前端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66160" cy="44805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研报分析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84248"/>
            <a:ext cx="310896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直接用：编排骨架 + 工具框架 + 评测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改配置：多 Agent 分工 / 检索 / Trace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重写：研报解析、结构化提取、指标口径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关键工程经验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带得走的五条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E86DE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27048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确定性优先：高频请求用规则和缓存，LLM 只当兜底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0008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E86DE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597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所有循环都有预算：Reflection ≤2、重规划 ≤1，防死循环烧钱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82696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4728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E86DE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392424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能力可降级：embedding / Redis / 检索挂了，主流程不挂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15384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7997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E86DE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325112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质量门前置：写库、回流、发布前先校验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48072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1266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2E86DE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25780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评测驱动改动：先量化每个组件贡献，再优化，改完跑回归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常见坑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复盘里踩过的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27048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SQL 检查用正则不是 AST，复杂查询可能绕过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0008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5973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行级权限只支持简单 SQL，子查询/CTE/UNION 会漏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82696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4728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392424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HyDE + Rerank 写好了但没接主链路，等于白写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15384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7997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325112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单机 SQLite 并发会锁库，HBase 内存模拟重启丢数据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48072"/>
            <a:ext cx="10698480" cy="804672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1266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25780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审计/Feedback 明文落盘，缺加密、保留策略和清理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落地路线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三步把项目变成模块库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1560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1828800" cy="123444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276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盘点模块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27632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按“直接用 / 改配置 / 重写”给现有代码分档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1051560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880360"/>
            <a:ext cx="1828800" cy="123444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449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抽公共层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44952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工具、护栏、记忆、评测、观测收敛成独立包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1051560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297680"/>
            <a:ext cx="1828800" cy="123444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4622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接新业务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62272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新 Agent = 选模块 + 写业务语义 + 配评测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ingFang SC"/>
                <a:ea typeface="PingFang SC"/>
              </a:rPr>
              <a:t>先搭积木库，再拼业务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7A2B8"/>
                </a:solidFill>
                <a:latin typeface="PingFang SC"/>
                <a:ea typeface="PingFang SC"/>
              </a:rPr>
              <a:t>工具、护栏、记忆、评测、观测可以带走；业务语义和流程必须重写。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复盘文章：docs/项目复盘-可复用模块库.md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