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9768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</a:rPr>
              <a:t>db-agent 新手全解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7A2B8"/>
                </a:solidFill>
                <a:latin typeface="PingFang SC"/>
                <a:ea typeface="PingFang SC"/>
              </a:rPr>
              <a:t>Single / Multi 两个项目 × Harness 六维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F2F5F8"/>
                </a:solidFill>
                <a:latin typeface="PingFang SC"/>
                <a:ea typeface="PingFang SC"/>
              </a:rPr>
              <a:t>数据怎么存 · 观测怎么做 · 安全怎么做 · 生命周期怎么走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给新手的操作讲解版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2026 · 项目讲解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怎么读这份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两条主线：Single / Multi；一把尺子：六维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主线一：Single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一个模型 + 15 个工具，自己决定怎么查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适合轻量、快速验证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主线二：Multi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6 个专职 Agent + Router 编排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适合复杂、多引擎、要审批的场景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一把尺子：Harness 六维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上下文管理 / 记忆管理 / 工具系统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系统编排 / 评估观测 / 约束与修复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每一维都会展开讲：做了什么、代码在哪、坑在哪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项目一句话 + 架构分层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Agent = 模型 + Harness，本项目做后者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一句话：让模型写 SQL 不出事——工具真执行、权限硬拦截、失败可自愈、结果可评测。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6616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入口层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CLI main.py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Streamlit app.py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Web FastAPI + SSE + 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56616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134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Harness 六维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1576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上下文 / 记忆 / 工具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编排 / 观测 / 约束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运行时代码在 harness/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48840"/>
            <a:ext cx="356616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3134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7A2B8"/>
                </a:solidFill>
                <a:latin typeface="PingFang SC"/>
                <a:ea typeface="PingFang SC"/>
              </a:rP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1576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SQLite 业务库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Hive / HBase 模拟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Chroma / Redis / 日志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Multi 代码还分了 4 层：graph（图）/ runner（执行器）/ nodes（节点）/ helpers（调度工具）。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Harness 六维总览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六个维度，每个都回答一个新手问题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28016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模型看到什么？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520440" cy="128016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模型记得什么？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4173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59" y="1417320"/>
            <a:ext cx="3520440" cy="128016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783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286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模型能做什么？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520440" cy="128016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118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先做什么后做什么？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2461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520440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6118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观测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过程怎么被记录？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2461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59" y="3246120"/>
            <a:ext cx="3520440" cy="12801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36118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约束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什么不能做、出错怎么办？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一条 Query 怎么走（Multi 总览）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先看整体，后面会拆到每个节点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1828800" cy="109728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CLI/Web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2331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2011680"/>
            <a:ext cx="1828800" cy="10972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护栏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输入检查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6" y="2331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011680"/>
            <a:ext cx="1828800" cy="109728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意图路由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2331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2011680"/>
            <a:ext cx="1828800" cy="10972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查数/分析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331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2011680"/>
            <a:ext cx="1828800" cy="109728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质检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置信度/反思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331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2011680"/>
            <a:ext cx="1828800" cy="10972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返回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答案+Trace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PingFang SC"/>
                <a:ea typeface="PingFang SC"/>
              </a:rPr>
              <a:t>HITL：敏感 SQL / HBase 写 / 澄清 / 低置信度会暂停，人工批准后继续。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97680"/>
            <a:ext cx="1097280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4622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Single 模式区别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6460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不做 Router / DQ / Confidence / Reflection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入口后直接进单 ReAct loop：模型自己决定调哪些工具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项目一：一个模型 + 15 个工具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一个全能 Agent，自己决定查哪张表、调哪个工具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适合轻量查询、快速验证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入口：db-agent 默认 single 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关键代码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harness/orchestration/single/agent.py：ReAct loop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tools_bundle.py：15 个工具全挂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main.py：入口 + 记忆注入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六维之「上下文管理」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上下文管理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System Prompt 由工厂函数生成，可注入 db_type / user_role / 记忆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模板优先：高频指标命中直接给预填 SQL，不调 LLM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TokenBudget：估算 token，70% 水位触发压缩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HybridWindowManager：最近 6 条保留原文，更早压缩成摘要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六维之「记忆管理」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记忆管理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短期：ConversationManager 滑动窗口 + LLM 摘要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长期：VectorMemory（ChromaDB）向量召回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search_memory 工具：Agent 主动查历史（Agentic RAG）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自学习：成功 SQL 从 run_query 捕获，质量门 + dry-run 后回流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六维之「工具系统」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工具系统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15 个工具：schema / query / analysis / chart / knowledge / hbase / hive / template / memory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@tool 装饰器：函数签名自动生成 JSON Schema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工具结果截断：超过 8000 字符只保留前段，避免撑爆上下文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写工具幂等：save_to_memory / run_hbase 同参数 TTL 内不重复执行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六维之「系统编排」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系统编排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手写 ReAct loop：Observe → Think → Act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streaming 逐字输出，temperature=0 保证工具调用确定性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max_turns=10 防死循环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prompt caching：System Prompt + Tool Defs 做 cache_control 省 token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六维之「评估观测」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评估观测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CLI：打印每轮 token 估算（ConversationManager.token_estimate）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Opik：wrap_anthropic_client 包裹 client，Trace 可上报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工具调用过程打印：参数、结果摘要、耗时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logs/db-agent.log：LLM 响应异常与降级日志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六维之「约束与修复」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约束与修复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工具层 entitlement：run_query 只允许 SELECT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三层护栏：输入 / SQL / 输出（下一节展开）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API 重试：429 / 5xx 指数退避，未输出才重试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HITL 退化：single 无 interrupt，run_query 返回「需要审批」标记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数据怎么存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每个文件存什么、谁读写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SQLite demo.db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业务表：departments / employees / products / customers / orders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权限表：agent_roles / agent_users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用户记忆：user_memory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Feedback：user_feedback（点赞/点踩）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其它存储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ChromaDB：长期向量记忆（harness/memory/chroma_db）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metric_registry.db：指标模板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内存：HBase 模拟、CLI 会话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logs/db-agent.log：运行日志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写入时机：每轮问答后写短期 + 长期记忆；成功 SQL 回流样例库（质量门通过才写）。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安全怎么做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三层护栏逐层展开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L1 输入护栏（guard_input）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拦 prompt injection：指令覆盖 / 角色越狱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拦空输入、超长输入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在调 LLM 之前执行，零 token 成本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L2 SQL 护栏（run_query）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只允许 SELECT，写操作硬拦截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权限网关：工具级 / 表级 / 行级 / 敏感列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 退化为「需要审批」标记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L3 输出护栏（guard_output）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system prompt 泄露：硬拦截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PII（手机号/身份证/邮箱/银行卡）：只告警不拦，避免误杀正常业务结果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空输出、超长输出：硬拦截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观测怎么做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轻量：token + 工具过程 + 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token 观测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ConversationManager.token_estimate()：原文 / 摘要 / 总 token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每轮结束打印 [memory] tokens≈N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过程观测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streaming 逐字打印回答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工具调用：名称、参数、结果摘要、耗时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重试与熔断事件打印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注意：single 不走 TraceContext JSONL，那是 Multi 的观测；single 靠 Opik client wrap + 打印。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从输入到返回，按顺序走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28800" cy="109728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用户提问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21945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1828800"/>
            <a:ext cx="1828800" cy="10972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2011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514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退出/闲聊/记忆/模板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6" y="21945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828800"/>
            <a:ext cx="1828800" cy="109728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514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生成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21945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828800"/>
            <a:ext cx="1828800" cy="10972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2011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514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循环 ≤10 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1945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1828800"/>
            <a:ext cx="1828800" cy="109728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2011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514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执行 + 结果回喂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1945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1828800"/>
            <a:ext cx="1828800" cy="10972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2011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返回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514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2F5F8"/>
                </a:solidFill>
                <a:latin typeface="PingFang SC"/>
                <a:ea typeface="PingFang SC"/>
              </a:rPr>
              <a:t>答案 + 写记忆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291840"/>
            <a:ext cx="10972800" cy="2651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456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ReAct 循环内部（每轮）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858768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1. 模型决定：输出文字 或 调用工具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2. 调用工具：查 schema → 写 SQL → run_query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3. 工具结果回喂模型，模型继续判断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4. 直到不再调用工具，输出最终答案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5. 写短期 + 长期记忆，打印 token 估算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Agent · 数字怎么来的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工具 / 参数 / 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E86DE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工具数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tools_bundle.py 全量挂载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270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E86DE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最大轮数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max_turns 防死循环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270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E86DE"/>
                </a:solidFill>
                <a:latin typeface="PingFang SC"/>
                <a:ea typeface="PingFang SC"/>
              </a:rPr>
              <a:t>8000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结果截断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超长工具结果截断字符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41732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270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E86DE"/>
                </a:solidFill>
                <a:latin typeface="PingFang SC"/>
                <a:ea typeface="PingFang SC"/>
              </a:rPr>
              <a:t>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9659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幂等 TTL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写工具不重复执行(秒)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08960"/>
            <a:ext cx="10972800" cy="2834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735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测试怎么做的（435 条中的相关部分）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675888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test_agent.py 19 条：工具单元 + agent_loop 集成（LLM fake）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test_guard_sql.py 23 条：SQL 护栏边界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test_rerank.py 8 条：Rerank 解析兜底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test_memory.py 30 条：短期压缩 + 向量召回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全部离线：LLM / Embedding 在测试里用脚本化 fake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项目二：6 个专职 Agent + Router 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每个 Agent 只干一件事，Router 决定谁先谁后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适合多引擎、复杂分析、需要审批的场景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入口：db-agent --mode multi / Web / Streamlit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6 个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SQL：只查数据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Analysis：只分析，不查库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Strategy：制度 / 指标口径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HBase：KV 操作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Hive：数仓方言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DataQuality：质量预检，只报事实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六维之「上下文管理」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上下文管理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Schema Linking：按查询意图检索相关表和字段（schema_discovery）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值级索引：低基数 TEXT 列的真实枚举值进索引，WHERE 直接用真实值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few-shot：相似问题已验证 SQL 注入（相似度阈值，命中才注入）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Analysis 上下文分五层：早期摘要 / 向量记忆 / 最近对话 / Reflection 反馈 / 上游结果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六维之「记忆管理」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记忆管理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短期：ConversationManager 摘要 + Checkpointer 持久化 messages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长期：ChromaDB / Milvus 向量记忆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Self-Query：LLM 拆成语义部分 + 过滤条件（year / memory_type）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自学习：run_query 成功 SQL → 质量门 → dry-run → 回流样例库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HyDE + LLM Rerank：短查询扩写 + 候选精排（已接入 main.py 与 search_memory）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六维之「工具系统」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工具系统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每个 Agent 按白名单挂工具，杜绝跨职责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SQL Agent：discover_relevant_schema / list_tables / describe_table / run_query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Analysis Agent：analyze_results / compare_periods / render_chart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Strategy Agent：search_knowledge_base / lookup_metric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HBase / Hive Agent：各自方言工具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六维之「系统编排」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系统编排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LangGraph StateGraph：10 个节点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Router：硬规则 → LRU 缓存 → LLM（确定性优先）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DataQuality 首查预检（1 小时时效）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Confidence Gate：SQL 自评分 &lt; 0.7 触发 HITL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Reflection ≤2 / 失败重规划 ≤1，防死循环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Checkpointer：SQLite / Redis，断点续跑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六维之「评估观测」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评估观测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TraceContext：每个节点一个 span，记录 node / task / elapsed / tokens / error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JSONL 落盘 + Opik 双写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ops_metrics：查询数 / 成功率 / token / 耗时 / 错误（Prometheus /api/metrics）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告警：熔断 / Agent 超时 / 评测退化（Webhook 可选）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Task board：plan 落盘 .tasks/，✓ / ✗ 可见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六维之「约束与修复」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Harness 六维：上下文 / 记忆 / 工具 / 编排 / 观测 / 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F2A43"/>
                </a:solidFill>
                <a:latin typeface="PingFang SC"/>
                <a:ea typeface="PingFang SC"/>
              </a:rPr>
              <a:t>约束与修复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三层护栏：输入 / SQL / 输出（展开见安全页）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RBAC：5 角色，工具 / 表 / 行 / 敏感列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HITL：敏感 SQL、HBase 写、澄清、低置信度，原生 interrupt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PingFang SC"/>
                <a:ea typeface="PingFang SC"/>
              </a:rPr>
              <a:t>• API 重试 → SQL 自愈 → 重规划 → Reflection → 熔断 → 幂等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数据怎么存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每个存储角色：状态 / 记忆 / 审计 / 业务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状态类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agent_state.db：LangGraph Checkpointer（messages / plan / results）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Redis（可选）：会话 + checkpoint，带 TTL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.tasks/*.task：Task board 落盘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记忆与业务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demo.db：业务表 + 权限表 + user_memory + user_feedback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ChromaDB / Milvus：长期向量记忆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metric_registry.db：指标模板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uploads.db：CSV 上传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审计与指标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logs/traces/*.jsonl：每轮 Trace，SQL 参数脱敏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ops_metrics：进程内计数（重启清零），Prometheus 可抓取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内存：HBase 模拟、Web 会话默认内存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安全怎么做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三层护栏展开 + RBAC + 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三层护栏（逐层）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L1 输入：guard_input 拦注入 / 空 / 超长，零 token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L2 SQL：run_query 仅 SELECT，写操作硬拦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L3 输出：guard_output 拦 prompt 泄露，PII 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5 角色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dba / manager / analyst / viewer / support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权限存 agent_roles / agent_users，改表即生效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表级过滤 + 行级 WHERE dept_id + 敏感列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4 类 HITL（LangGraph 原生 interrupt）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1. 敏感列 SQL：salary / cost / budget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2. HBase 写操作：put / delete / drop / truncate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3. Clarify：模糊问题先澄清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4. Confidence Gate：SQL 低置信度请用户确认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批准后 Command(resume=...) 恢复，Checkpointer 保证状态不丢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观测怎么做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四件套：JSONL / Opik / Prometheus / 告警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TraceContext JSONL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每个节点 start_span / finish_span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记录 node / task / elapsed / tokens / error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 参数脱敏后落盘 logs/traces/YYYY-MM-DD.jsonl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Opik + 指标 + 告警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Opik：Trace / Feedback / Dataset / Experiment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ops_metrics：查询数 / 成功率 / token / 耗时 / 错误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Prometheus：/api/metrics 文本格式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告警：熔断 / Agent 超时 / 评测退化（Webhook）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还有：Task board 落盘执行状态；成本估算按模型统计 token（人民币 / 美元）。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10 个节点按顺序走，可暂停可恢复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1133856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输入护栏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72768" y="1737360"/>
            <a:ext cx="1133856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1737360"/>
            <a:ext cx="1133856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9776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Clarify?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1737360"/>
            <a:ext cx="1133856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4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DQ?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1737360"/>
            <a:ext cx="1133856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SQL/Hive/HBase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37360"/>
            <a:ext cx="1133856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1737360"/>
            <a:ext cx="1133856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8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14816" y="1737360"/>
            <a:ext cx="1133856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14816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Reflection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1824" y="1737360"/>
            <a:ext cx="1133856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1824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0816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28832" y="1737360"/>
            <a:ext cx="1133856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28832" y="1965960"/>
            <a:ext cx="11338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收尾写记忆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246120"/>
            <a:ext cx="10972800" cy="2743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4107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关键细节（数字怎么定的）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813048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Reflection 不通过退回 Analysis 重写，最多 2 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Agent 超时回 Router 重规划，最多 1 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Confidence Gate 阈值 0.7：低于则 interrupt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DataQuality 首查后 1 小时内跳过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每节点结束 Checkpointer 自动保存，HITL 暂停后 resume 接着跑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Multi Agent · 数字怎么来的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435 测试 / 47 Eval / 30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E86DE"/>
                </a:solidFill>
                <a:latin typeface="PingFang SC"/>
                <a:ea typeface="PingFang SC"/>
              </a:rPr>
              <a:t>435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测试用例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冒烟 62 + 单元 + 集成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270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E86DE"/>
                </a:solidFill>
                <a:latin typeface="PingFang SC"/>
                <a:ea typeface="PingFang SC"/>
              </a:rP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Eval 用例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guardrail 6 / routing 12 / output 16 / edge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270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E86DE"/>
                </a:solidFill>
                <a:latin typeface="PingFang SC"/>
                <a:ea typeface="PingFang SC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Golden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20 正例事实 + 10 负例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41732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270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E86DE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9659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专职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SQL / Analysis / Strategy / HBase / Hive / DQ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063240"/>
            <a:ext cx="10972800" cy="29260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278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这些数字怎么做的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630168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测试按模块分层：smoke 62 / hbase 37 / entitlement 36 / orchestration 35 / bigdata 34 / memory 30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LLM-as-Judge：Kimi 评 DeepSeek，避免自评偏差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Golden Set：标准答案片段出现在回答里才算对，负例要拦截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全部离线可跑：LLM / Embedding 在测试里 fake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Single vs Multi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什么时候用哪个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Single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15 个工具全挂，模型自己决定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无 Router / DQ / Confidence / Reflection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 退化为「需要审批」标记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适合：轻量查询、快速验证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Multi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6 Agent + Router + 质量闸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原生 HITL interrupt / resume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Checkpointer 持久化 + Task board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适合：多引擎、复杂分析、生产演示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一句话：Single 是“一个全能模型”，Multi 是“一个分工团队”。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新手常见误区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先把这些说清楚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0A030"/>
                </a:solidFill>
                <a:latin typeface="PingFang SC"/>
                <a:ea typeface="PingFang SC"/>
              </a:rPr>
              <a:t>误区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“多 Agent 一定更聪明” → 不一定，分工是为了可控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“HBase/Hive 是真实集群” → 是本地模拟器，API 对齐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0A030"/>
                </a:solidFill>
                <a:latin typeface="PingFang SC"/>
                <a:ea typeface="PingFang SC"/>
              </a:rPr>
              <a:t>误区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“向量检索到处都是” → 只有记忆 / 知识检索用，SQL 不走向量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“权限靠 Prompt” → 不，工具层硬拦截才算数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0A030"/>
                </a:solidFill>
                <a:latin typeface="PingFang SC"/>
                <a:ea typeface="PingFang SC"/>
              </a:rPr>
              <a:t>误区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“测试 435 条就是 435 个功能” → 是按模块拆的回归测试，不是功能数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“Eval 通过就是生产可用” → 当前数据源和部署仍是本地演示形态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</a:rPr>
              <a:t>读完这份，你会讲 db-agent 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7A2B8"/>
                </a:solidFill>
                <a:latin typeface="PingFang SC"/>
                <a:ea typeface="PingFang SC"/>
              </a:rPr>
              <a:t>Single / Multi 两条线 × 六维一把尺子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数据存储 / 观测 / 安全 / 生命周期 / 数字都有出处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