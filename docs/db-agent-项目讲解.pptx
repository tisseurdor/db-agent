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34340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PingFang SC"/>
                <a:ea typeface="PingFang SC"/>
              </a:rPr>
              <a:t>db-agent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7A2B8"/>
                </a:solidFill>
                <a:latin typeface="PingFang SC"/>
                <a:ea typeface="PingFang SC"/>
              </a:rPr>
              <a:t>企业级自然语言数据库分析 Agent · 工作经历项目讲解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2F5F8"/>
                </a:solidFill>
                <a:latin typeface="PingFang SC"/>
                <a:ea typeface="PingFang SC"/>
              </a:rPr>
              <a:t>自然语言 → SQL / Hive / HBase / 指标口径 / 趋势分析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2F5F8"/>
                </a:solidFill>
                <a:latin typeface="PingFang SC"/>
                <a:ea typeface="PingFang SC"/>
              </a:rPr>
              <a:t>独立开发 · Python / LangGraph / ChromaDB / FastAPI /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0A030"/>
                </a:solidFill>
                <a:latin typeface="PingFang SC"/>
                <a:ea typeface="PingFang SC"/>
              </a:rPr>
              <a:t>定位：Agent = 模型 + Harness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本项目做 Harness：工具、权限、记忆、编排、护栏、自愈、评测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2026 · 面试讲解版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工作经历 →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从平时数据平台工作，引出 db-agent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平时工作 · 花旗 Olympus Core（3 年 Data Analyst）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0292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Kafka 实时流 + SFTP 批量双通道，负责全数据平台交付保障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覆盖 load / validation / dispatcher / monitor / recon 全链路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执行层 Spark + HDFS，调度层 Autosys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DGB / BKB / Opportunity / DDA-checking 四条业务线双通道稳定交付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硬指标：准时性、完整性、口径一致；交付质量事故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项目背景 · 痛点与动机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业务取数依赖专人写 SQL，沟通链路长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数据源多：关系库 / 数仓 / NoSQL，语法与口径复杂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Text-to-SQL 只生成不执行，不管权限、不会自愈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db-agent：把模型 + 工具 + 权限 + 自愈 + 评测做成可交付 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从「交付保障」到「Agent 应用开发」：同一个目标——让数据准确、安全、及时地到达需要它的人。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为什么需要一个数据 Agent 的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4114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业务痛点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取数依赖专人写 SQL，沟通链路长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数据源多：关系库 / 数仓 / NoSQL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 直接查库：权限、安全、审计难控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 输出不稳定，容易编造数据或反复报错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94960" cy="41148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项目目标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自然语言自助取数，覆盖 SQL / Hive / HBase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多 Agent 编排：专业分工 + 质量闸门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RBAC + HITL + 护栏：越权与误操作兜底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三层自愈 + 全程可观测 + 可评测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核心观点：Agent = 模型 + Harness；本项目不训练模型，而是给模型搭一套能在数据库领域稳定工作的环境。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三种入口共用一套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1143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入口层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8328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CLI  main.py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Streamlit  app.py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38328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Web  FastAPI + SSE + 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0972800" cy="2377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Harness 六维（运行时代码）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7355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649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LangGraph 6 Agent / 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27355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3649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15+ Tools 统一注册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327355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33649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Schema Linking / few-shot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14223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33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短期 + 向量长期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14223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4233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5262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RBAC / 护栏 / HITL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4142232"/>
            <a:ext cx="3429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4233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45262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Trace / Opik / 指标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94960"/>
            <a:ext cx="10972800" cy="914400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86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数据层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SQLite 业务库（departments/employees/orders…）  |  Hive 模拟数仓（ods/dwd/dim）  |  HBase 内存模拟 KV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工程机制全景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对话中生成的机制总览图</a:t>
            </a:r>
          </a:p>
        </p:txBody>
      </p:sp>
      <p:pic>
        <p:nvPicPr>
          <p:cNvPr id="5" name="Picture 4" descr="mechanism-overvie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8" y="1280160"/>
            <a:ext cx="682751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图片来源：docs/engineering-mechanisms.md（本对话生成）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核心机制 1：多 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LangGraph StateGraph + Router 三层短路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只查数据，不分析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270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只分析，不查库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41732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5270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18745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制度 / 指标口径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7744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HBase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346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KV 方言与命令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37744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数仓方言与模板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2377440"/>
            <a:ext cx="3520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DataQuality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8346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质量预检，只报事实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5486400" cy="2606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307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Router 三层短路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33088"/>
            <a:ext cx="50292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硬规则：闲聊 / 制度 / 元问题直接拦截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LRU 缓存：同 query 复用 plan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LLM：兜底意图分类 + JSON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566160"/>
            <a:ext cx="5257800" cy="2606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7307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质量闸与状态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33088"/>
            <a:ext cx="480060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DataQuality 首查预检（1h 时效）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Confidence Gate：SQL 低分进 HITL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Reflection 重写 ≤2 次 / 失败重规划 ≤1 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Checkpointer：SQLite / Redis，断点续跑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核心机制 2：安全与权限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RBAC + 三层护栏 + 双层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5 角色 RBAC（权限存 DB 可热改）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dba：全工具全表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manager：行级 dept_id 隔离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analyst：业务表 + HBase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viewer：只读元数据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support：窄表白名单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361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三层护栏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4800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输入：注入 / 空 / 超长，零 token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SQL：仅 SELECT，写操作硬拦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输出：PII 告警 + prompt 泄露硬拦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972800" cy="2011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双层 HITL 人工审批（LangGraph 原生 interrupt）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敏感列：salary / cost / budget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HBase 破坏性操作：put / delete / drop / truncate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Command(resume=...) 恢复，Checkpointer 保证状态不丢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Web API：WEB_API_TOKEN 可选鉴权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安全与权限链路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三层护栏 + 权限网关 + HITL</a:t>
            </a:r>
          </a:p>
        </p:txBody>
      </p:sp>
      <p:pic>
        <p:nvPicPr>
          <p:cNvPr id="5" name="Picture 4" descr="security-chain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8" y="1280160"/>
            <a:ext cx="682751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图片来源：docs/engineering-mechanisms.md（本对话生成）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核心机制 3：记忆与上下文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三层记忆 + 检索增强 + 自学习闭环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2377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记忆系统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短期：滑动窗口 + LLM 摘要压缩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长期：ChromaDB 向量召回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Self-Query：先拆意图再过滤元数据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TokenBudget + HybridWindow 主动压缩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2377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361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上下文增强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Schema Linking + 值级索引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few-shot：相似 SQL 样例注入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高频指标模板优先，命中零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972800" cy="20574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1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自学习闭环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44567"/>
            <a:ext cx="10515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从 run_query 工具层捕获「真正执行成功」的 SQL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质量门：仅 SELECT / 非超时 / 真实库 dry-run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回流样例库 → 下次 few-shot 直接命中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批准的 SQL 也回流（人工背书）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记忆、上下文与观测闭环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记忆 → 上下文 → 执行 → 观测 → 回流</a:t>
            </a:r>
          </a:p>
        </p:txBody>
      </p:sp>
      <p:pic>
        <p:nvPicPr>
          <p:cNvPr id="5" name="Picture 4" descr="memory-obs-loop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8" y="1280160"/>
            <a:ext cx="682751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图片来源：docs/engineering-mechanisms.md（本对话生成）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核心机制 4：三层自愈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重试 → 执行自愈 → 熔断降级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377440" cy="1234440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第 1 层 · API 重试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81912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质量预检，只报事实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9728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2377440" cy="123444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第 2 层 · 执行自愈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953512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质量预检，只报事实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2377440" cy="1234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第 3 层 · 熔断降级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325112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质量预检，只报事实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另外：写工具幂等守卫（save_to_memory / run_hbase）同参数 TTL 窗口内不重复执行，防止重试造成副作用。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三层自愈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重试 → 执行自愈 → 熔断降级</a:t>
            </a:r>
          </a:p>
        </p:txBody>
      </p:sp>
      <p:pic>
        <p:nvPicPr>
          <p:cNvPr id="5" name="Picture 4" descr="self-healing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8" y="1280160"/>
            <a:ext cx="682751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图片来源：docs/engineering-mechanisms.md（本对话生成）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核心机制 5：可观测与运维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本地审计 + 平台 Trace + 生产指标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Trace JSONL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请求级 Span 追踪
SQL 参数脱敏
离线可审计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Opik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Trace / Feedback
Dataset / Experiment
LLM-as-Judge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41732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554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/api/metrics
查询数 / 成功率
token / 耗时 / 错误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告警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7588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熔断 / Agent 超时
日志必发
可配 Slack/钉钉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0896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Task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7588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plan 落盘 .tasks/
✓ / ✗ 状态可见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10896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32461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成本估算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675888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按模型统计 token
人民币 / 美元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状态外置：Checkpointer 支持 Redis（TTL 自动清理），Redis 不可用自动降级 SQLite；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StreamingRunner 按 session 管理并空闲回收，Web HITL 按 session 精确 resume。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Query 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一条查询从进来到返回：入口 → 护栏 → Router → 多 Agent → 质检 → 返回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828800"/>
            <a:ext cx="1261872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CLI/Web/Streamlit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27632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5648" y="1828800"/>
            <a:ext cx="1261872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注入/空/超长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63824" y="1828800"/>
            <a:ext cx="1261872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硬规则/缓存/LLM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43984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828800"/>
            <a:ext cx="1261872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DQ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质量预检(可选)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52160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80176" y="1828800"/>
            <a:ext cx="1261872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SQL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schema+查询+权限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60336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828800"/>
            <a:ext cx="1261872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置信度门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6 项评分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68512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96528" y="1828800"/>
            <a:ext cx="1261872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结论+图表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76688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04704" y="1828800"/>
            <a:ext cx="1261872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Reflection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4704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质量审查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484864" y="2267712"/>
            <a:ext cx="109728" cy="1828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612880" y="1828800"/>
            <a:ext cx="1261872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返回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2926080"/>
            <a:ext cx="1261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B7B"/>
                </a:solidFill>
                <a:latin typeface="PingFang SC"/>
                <a:ea typeface="PingFang SC"/>
              </a:rPr>
              <a:t>答案+Trace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PingFang SC"/>
                <a:ea typeface="PingFang SC"/>
              </a:rPr>
              <a:t>HITL 中断：敏感 SQL / HBase 写 / 澄清 / 低置信度都会在这里暂停，人工批准后 resume 继续。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43400"/>
            <a:ext cx="10972800" cy="17373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507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single 模式差异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91032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不做 Router / DQ / Confidence / Reflection，直接单 ReAct loop（15 tools）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退化为 run_query 返回「需要审批」标记，没有原生 interrupt 暂停/恢复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multi 是生产主链路；single 是轻量/快速验证入口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Query 完整链路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一条查询从进来到返回（本对话生成的流程图）</a:t>
            </a:r>
          </a:p>
        </p:txBody>
      </p:sp>
      <p:pic>
        <p:nvPicPr>
          <p:cNvPr id="5" name="Picture 4" descr="query-flo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088" y="1280160"/>
            <a:ext cx="6827519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图片来源：docs/engineering-mechanisms.md（本对话生成）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工程质量与成果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测试 / 评测 / 可运维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423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测试用例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599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~10s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全离线零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8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8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35+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8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Eval 用例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37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37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33/35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7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LLM-Judge 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6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6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6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入口形态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75" y="141732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75" y="155448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2E86DE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75" y="205740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数据源类型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880360"/>
            <a:ext cx="5486400" cy="32004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44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测试体系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47288"/>
            <a:ext cx="50292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冒烟：模块导入 / Tool 配线 / Graph 编译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单元：编排 / 权限 / 模板 / 自学习 / HITL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SSE / Web：事件流与 resume 测试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 / Embedding 全 fake 化，离线可跑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880360"/>
            <a:ext cx="5257800" cy="320040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0449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产品化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47288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CLI 安装即用 + 启动配置校验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Docker Compose + 锁文件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代码拆分为 nodes/graph/runner/helpers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类型化 state/config，可测性好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项目成果与亮点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STAR 化提炼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554480" cy="9601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S · 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563624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业务取数依赖专人，多数据源 + 安全合规要求高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097280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1554480" cy="960120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0720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T · 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60904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做一个自然语言数据库分析 Agent 的完整 Harness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1097280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1554480" cy="96012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044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A · 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758184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6 Agent 编排 / RBAC+HITL / 三层自愈 / 记忆闭环 / 双观测 / 评测体系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97280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1554480" cy="9601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0176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R · 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55464"/>
            <a:ext cx="9052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3 入口覆盖 SQL/Hive/HBase；423 测试离线 10s；Eval 33/35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一句话：把「用自然语言查数据库」从 Demo 做到可治理、可自愈、可评测的工程系统。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面试讲解要点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先定位，再展开，留追问钩子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2194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怎么讲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30 秒定位：Agent = 模型 + Harness，我做的后者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2 分钟架构：入口 → 六维 → 多 Agent → 数据层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深挖 1-2 个机制：优先安全（HITL/RBAC）或自愈（三层）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收尾：评测与测试怎么保证不退化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486400" cy="2377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93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高频追问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61688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Router 为什么硬规则优先？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用 interrupt 而不是审批队列？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自愈怎么防止死循环？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权限为什么存 DB 而不是代码？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94760"/>
            <a:ext cx="5257800" cy="2377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593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可接的改进点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61688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解析 AST 化（sqlglot）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行级权限落数据库原生 RLS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真实 PostgreSQL / HBase / Hive 接入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Opik / Trace 打点收敛成统一 wrapper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其他项目一览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fin-agent / fraud-agent（材料待补充）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3108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fin-agent · AI 研报分析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FastAPI + LangGraph + RAG + MCP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多源研报检索 / 结构化提取 / 对比分析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待补充：数据源、Agent 编排、RAG 效果、MCP 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3108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361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fraud-agent · 反欺诈分析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4800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LangGraph + RAG + Streamlit + 10+ Tool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双轨编排 + 知识库 + 规则引擎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待补充：双轨指什么、Tool 清单、数据与效果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A030"/>
                </a:solidFill>
                <a:latin typeface="PingFang SC"/>
                <a:ea typeface="PingFang SC"/>
              </a:rPr>
              <a:t>建议：按 STAR 补全这两个项目，并补充量化指标（准确率 / 召回 / 延迟 / 节省人力）。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本次 PPT 以 db-agent 为主项目展开，fin/fraud 留了占位页。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谢谢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7A2B8"/>
                </a:solidFill>
                <a:latin typeface="PingFang SC"/>
                <a:ea typeface="PingFang SC"/>
              </a:rPr>
              <a:t>db-agent · 企业级自然语言数据库分析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联系/演示信息占位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